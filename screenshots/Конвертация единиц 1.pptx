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07F9C-0AD0-5332-1F68-CD58A686E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EEC739-A362-E345-6F01-6729D9BEC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6087A-7C79-E352-14A8-670C7A2F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5BE28C-2D2C-974C-2B34-41814A2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60F58B-3BAC-7281-034E-2F5D9336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5021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929FD-5ACA-80AB-C83F-B0B87B4F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9F82C0-5A87-3D41-5C4C-B07B5D76A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B5916B-BDAC-DF8F-78EE-E8AF8429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9D9D60-3FCE-6E9E-5054-7C8BAC38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1F98F-6B0F-AF2B-BD11-CB10DBA1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12107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C0D4D-7164-99AA-C872-8DA60110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CC755A-94B4-AB7C-B418-D232BF2A8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D688F-E409-2D91-41F5-DCD6FF18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FF7921-763E-0820-2884-10A26F69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23B639-D4C7-24AC-D947-B2B44E26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78373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5E7CD-6AB5-7137-9C32-AAAEC7AB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44C2F-290F-9D97-3307-667E346A9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85C5E-D546-B981-11B3-461F6DDE3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E0D969-B91C-DB02-FE22-9F8D685A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25CCEE-F38C-6E47-D4C2-5518FA545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80FECD-5A79-08FC-5471-7C5545C4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7715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32223-EDF4-67E7-56D6-74FCF5D4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D822E-2745-0611-67C7-A5CC751E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CD1195-24CB-AB5F-8593-1AAA58125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9C3A88-011A-11D3-D59C-1CE5CE08E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1B305C-AFAF-640F-897A-E51A58D1A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8EF166-B766-E879-2D26-6D780D32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5F59F7-5D42-DBAF-C7A7-95D478C5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C26917-0DF7-2B9B-3CB3-76E6577A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3622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2A9D2-D49E-445F-0A83-0F8296A1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532262-A5B8-C632-D9C6-8BF0937E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EA7AD4-394E-0BDB-26FC-192823F9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85800A-9596-0264-741B-D6D30CDC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9063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6121A8-9D51-7F5A-95D4-6BA22F6A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73519A-FB87-9454-D3E1-3F3E8FAC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0D7179-43C2-6C71-9A23-0A1145FC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0296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B8347-EF37-023A-CCD1-B178290E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C943E7-15AA-6F25-7208-E20C19B9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94011B-F94B-A5AA-7BD3-BE47A53C5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CD625-795B-2268-E898-DB786BAA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DA9A50-968E-9F87-C8C3-D94A8B6D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022F47-DC0D-ADF5-BCB8-EE8FE81E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145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810E2-322B-08F5-C119-05807A93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738549-6BCA-AB21-AB42-2C430E3A6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862EFB-0490-AAB7-B28F-638CD7F84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2887C6-1154-FED8-7AE0-FBC37E40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245F65-7A60-84F0-12B0-2260394B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066951-454A-2F83-0CE7-5F0127C5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461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EEFB1-697B-EEF1-1618-0384398A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FDB205-D7D7-815C-C240-6AC6463F3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01D50F-29D2-4BBC-8C13-26F2B6E5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5AD5F-52C9-1A03-DA4C-10982666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AC3B7B-C7B5-F36C-48D9-64F90E2C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4689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9BE8B1-C5AA-8BC1-81B9-6573C50F2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9C25FF-C19C-4E4A-3B09-2D881979C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96011-7691-3C3A-051F-5313E8B0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D1B94F-F31F-26EA-AF3B-86DE61BA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58D59F-0F38-DAB3-DB81-6F9B4F57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4075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2528B-AADB-5D45-70B2-9F00A212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B3F45E-2613-0F21-73AC-BDEA957A8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AB29A-CFFD-65C9-D1AC-53162BD35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CB9FA-2755-77AF-026D-EC3F2C148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FC8294-259F-4956-D313-B80EB8DCA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5959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 descr="Изображение выглядит как программное обеспечение, текст, Мультимедийное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EC655A3-85BA-82FD-4353-55154FE38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783771" y="1013115"/>
            <a:ext cx="10207690" cy="574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42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3</cp:revision>
  <dcterms:created xsi:type="dcterms:W3CDTF">2026-02-28T22:07:16Z</dcterms:created>
  <dcterms:modified xsi:type="dcterms:W3CDTF">2026-03-01T00:51:19Z</dcterms:modified>
</cp:coreProperties>
</file>